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82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670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binôme et du projet. Hugo prend la parole. Durée cible : 30 sec.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transition rapide, 20 sec max. Louis présente le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Hugo présente la stack tech (30 sec). Louis présente le schéma d'architecture (30 sec). Expliquer le flux : navigateur → serveur Go → handlers →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Louis présente le routage (40 sec). Montrer comment les routes GET/POST structurent l'app. Souligner la cohérence REST-like.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Hugo démarre la démo en direct. Louis commente les fonctionnalités au fur et à mesure. Durée cible : 1 min 30. Naviguer vers localhost:8080.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Louis présente les bonus (30 sec). Insister sur l'effort supplémentaire fourni au-delà du cahier des charges.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Hugo et Louis présentent chacun leurs contributions (30 sec chacun). Appuyer sur la coordination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Louis présente les difficultés (20 sec). Hugo présente les solutions (20 sec). Montrer la maturité et la capacité d'adaptation de l'équipe.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Hugo et Louis en chœur pour le 'merci'. Rester sur cette slide pour les questions. Durée totale visée : 5 minutes 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7C3AED">
              <a:alpha val="18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00C9FF">
              <a:alpha val="12000"/>
            </a:srgbClr>
          </a:solidFill>
          <a:ln w="12700">
            <a:solidFill>
              <a:srgbClr val="00C9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</a:rPr>
              <a:t>PROJET FORUM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502920" y="3383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de forum — Golang · SQL · HTML/CSS/JS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3886200"/>
            <a:ext cx="3657600" cy="0"/>
          </a:xfrm>
          <a:prstGeom prst="line">
            <a:avLst/>
          </a:prstGeom>
          <a:noFill/>
          <a:ln w="1905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3840480" cy="64008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23367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5156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&amp; Louis  ·  Strasbourg Ynov Campus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128016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89888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03504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Golang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589520" y="128016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1389888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58952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035040" y="27432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2852928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03504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589520" y="2743200"/>
            <a:ext cx="1371600" cy="1188720"/>
          </a:xfrm>
          <a:prstGeom prst="roundRect">
            <a:avLst>
              <a:gd name="adj" fmla="val 7692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2852928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58952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C9FF">
              <a:alpha val="10000"/>
            </a:srgbClr>
          </a:solidFill>
          <a:ln w="12700">
            <a:solidFill>
              <a:srgbClr val="00C9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00C9FF"/>
                </a:solidFill>
              </a:rPr>
              <a:t>SOMMAIRE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11480" y="18288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161B22"/>
          </a:solidFill>
          <a:ln w="19050">
            <a:solidFill>
              <a:srgbClr val="00C9FF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94360" y="2029968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94360" y="2788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du Projet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3429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Technologies· Architecture · Routage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161B22"/>
          </a:solidFill>
          <a:ln w="19050">
            <a:solidFill>
              <a:srgbClr val="7C3AED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74720" y="2029968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474720" y="2788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3429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obligatoires · Bonus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8288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161B22"/>
          </a:solidFill>
          <a:ln w="19050">
            <a:solidFill>
              <a:srgbClr val="10B981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355080" y="2029968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355080" y="2788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du Travail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3429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· Difficultés · Solutions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9FF"/>
                </a:solidFill>
              </a:rPr>
              <a:t>01 — STACK TECHNIQUE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&amp;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677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5636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B949E"/>
                </a:solidFill>
              </a:rPr>
              <a:t>BACKEND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15568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(Golang)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233172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5973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23865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B949E"/>
                </a:solidFill>
              </a:rPr>
              <a:t>FRONTEND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115568" y="2633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JavaScript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11480" y="315468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82696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15568" y="3209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B949E"/>
                </a:solidFill>
              </a:rPr>
              <a:t>BASE DE DONNÉES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1115568" y="3456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XAMPP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11480" y="397764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105656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15568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B949E"/>
                </a:solidFill>
              </a:rPr>
              <a:t>VERSIONING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1115568" y="42793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84632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B949E"/>
                </a:solidFill>
              </a:rPr>
              <a:t>ARCHITECTURE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5760720" y="17373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7C3AED">
              <a:alpha val="70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17"/>
          <p:cNvSpPr/>
          <p:nvPr/>
        </p:nvSpPr>
        <p:spPr>
          <a:xfrm>
            <a:off x="5760720" y="1737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🌐  Navigateur (Client)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903720" y="2286000"/>
            <a:ext cx="0" cy="36576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9"/>
          <p:cNvSpPr/>
          <p:nvPr/>
        </p:nvSpPr>
        <p:spPr>
          <a:xfrm>
            <a:off x="6949440" y="23774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949E"/>
                </a:solidFill>
              </a:rPr>
              <a:t>HTTP/8080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212080" y="265176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00C9FF">
              <a:alpha val="80000"/>
            </a:srgbClr>
          </a:solidFill>
          <a:ln w="1905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1"/>
          <p:cNvSpPr/>
          <p:nvPr/>
        </p:nvSpPr>
        <p:spPr>
          <a:xfrm>
            <a:off x="52120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</a:rPr>
              <a:t>⚙️  Serveur Go (net/http)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903720" y="3200400"/>
            <a:ext cx="0" cy="36576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3"/>
          <p:cNvSpPr/>
          <p:nvPr/>
        </p:nvSpPr>
        <p:spPr>
          <a:xfrm>
            <a:off x="5212080" y="356616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F2937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4"/>
          <p:cNvSpPr/>
          <p:nvPr/>
        </p:nvSpPr>
        <p:spPr>
          <a:xfrm>
            <a:off x="521208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📦  Handlers · Templates HTML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6903720" y="4114800"/>
            <a:ext cx="0" cy="36576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26"/>
          <p:cNvSpPr/>
          <p:nvPr/>
        </p:nvSpPr>
        <p:spPr>
          <a:xfrm>
            <a:off x="5760720" y="44805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905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27"/>
          <p:cNvSpPr/>
          <p:nvPr/>
        </p:nvSpPr>
        <p:spPr>
          <a:xfrm>
            <a:off x="5760720" y="4480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🗄️  Base SQL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9FF"/>
                </a:solidFill>
              </a:rPr>
              <a:t>01 —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 de l'Application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11480" y="1481328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02920" y="1591056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02920" y="15910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GET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70432" y="154533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70432" y="17739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d'accueil — liste des posts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148840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502920" y="2258568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" y="22585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GET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70432" y="221284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/register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70432" y="2441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d'inscription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816352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02920" y="2926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POST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70432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/register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70432" y="31089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de l'inscription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3483864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02920" y="3593592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" y="359359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GET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35478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/login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70432" y="37764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de connexion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4151376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502920" y="4261104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02920" y="426110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POST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70432" y="42153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/login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70432" y="44439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utilisateur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1481328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4846320" y="1591056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846320" y="15910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GET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13832" y="1545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/post/{id}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13832" y="17739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d'un post + commentaires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2148840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4846320" y="2258568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4846320" y="225856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POST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13832" y="22128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/post/create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441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d'un nouveau post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2816352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4846320" y="2926080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46320" y="2926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POST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513832" y="28803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/comment/add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089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d'un commentaire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3483864"/>
            <a:ext cx="4160520" cy="548640"/>
          </a:xfrm>
          <a:prstGeom prst="roundRect">
            <a:avLst>
              <a:gd name="adj" fmla="val 11667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762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4846320" y="3593592"/>
            <a:ext cx="594360" cy="274320"/>
          </a:xfrm>
          <a:prstGeom prst="roundRect">
            <a:avLst>
              <a:gd name="adj" fmla="val 13333"/>
            </a:avLst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4846320" y="359359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POST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513832" y="35478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/like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513832" y="37764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/ Dislike sur post ou commentaire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0"/>
            <a:ext cx="3657600" cy="36576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7C3AED"/>
                </a:solidFill>
              </a:rPr>
              <a:t>02 — DÉMONSTRATION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Obligatoires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91640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55448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1920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· Connexion · Déconnexion · Sessions sécurisées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9164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55448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&amp; Commentaires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94960" y="1920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· Affichage · Réponses imbriquées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11480" y="2606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834640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69748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 / Dislikes / Edit 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09728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Intéractions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topic · Compteurs dynamiques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709160" y="2606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283464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94960" y="269748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&amp; Catégories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394960" y="3063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par catégorie · Filtres utilisateur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1480" y="3749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97764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84048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rôles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1097280" y="4206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· Modérateur · Admin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4709160" y="3749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3977640"/>
            <a:ext cx="384048" cy="38404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394960" y="384048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Responsive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5394960" y="42062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fluide sur desktop et mobile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59E0B"/>
                </a:solidFill>
              </a:rPr>
              <a:t>02 — BONUS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Bonus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194560" cy="338328"/>
          </a:xfrm>
          <a:prstGeom prst="roundRect">
            <a:avLst>
              <a:gd name="adj" fmla="val 16216"/>
            </a:avLst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2194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117"/>
                </a:solidFill>
              </a:rPr>
              <a:t>✦ BONUS IMPLÉMENTÉS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965960"/>
            <a:ext cx="832104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EF4444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93976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20208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modération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228600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 </a:t>
            </a:r>
            <a:r>
              <a:rPr lang="en-US" sz="100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Suppression / Modification messages ·  Actions admin en temps réel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11480" y="2724912"/>
            <a:ext cx="832104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F59E0B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5292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3000" y="27797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utilisateur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43000" y="304495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profil · Historique des posts et votes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11480" y="3483864"/>
            <a:ext cx="832104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00C9FF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2"/>
          <p:cNvSpPr/>
          <p:nvPr/>
        </p:nvSpPr>
        <p:spPr>
          <a:xfrm>
            <a:off x="1143000" y="3538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143000" y="380390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</a:t>
            </a:r>
            <a:r>
              <a:rPr lang="en-US" sz="100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d’images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forum · Photo de </a:t>
            </a:r>
            <a:r>
              <a:rPr lang="en-US" sz="1000" dirty="0" err="1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11480" y="4242816"/>
            <a:ext cx="832104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370832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4300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enrichie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43000" y="456285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visuelles · Animations CSS · Dark mode</a:t>
            </a:r>
            <a:endParaRPr lang="en-US" sz="1000" dirty="0"/>
          </a:p>
        </p:txBody>
      </p:sp>
      <p:pic>
        <p:nvPicPr>
          <p:cNvPr id="24" name="Graphique 23" descr="Images avec un remplissage uni">
            <a:extLst>
              <a:ext uri="{FF2B5EF4-FFF2-40B4-BE49-F238E27FC236}">
                <a16:creationId xmlns:a16="http://schemas.microsoft.com/office/drawing/2014/main" id="{EFA99F2A-CC6C-FA34-DAF2-1FB2C37FB1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240" y="3538728"/>
            <a:ext cx="508000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</a:rPr>
              <a:t>03 — ORGANISATION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du Travail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00C9FF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916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94360" y="2240280"/>
            <a:ext cx="3657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94360" y="2074091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FT-3 :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topic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FT-4 : Consulter un topic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FT-5 : Poster un message dans un topic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FT-8 : Trier les message 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FT-10 :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topics par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</a:t>
            </a: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FT-12 : Barre de recherche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FTB-2 :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gestion de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50876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7C3AED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6916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4892040" y="2240280"/>
            <a:ext cx="3657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4892040" y="2011681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FT-1 : Inscription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FT-2 :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FT-6 : Gestion des message et du topic 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FT-7 : Likes &amp; Dislikes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FT-9 : Pagination 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FT-11 : Dashboard 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FTB-1 : Gestion des images 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566160" y="4343400"/>
            <a:ext cx="2011680" cy="502920"/>
          </a:xfrm>
          <a:prstGeom prst="roundRect">
            <a:avLst>
              <a:gd name="adj" fmla="val 45455"/>
            </a:avLst>
          </a:prstGeom>
          <a:solidFill>
            <a:srgbClr val="0D1117"/>
          </a:solidFill>
          <a:ln w="25400">
            <a:solidFill>
              <a:srgbClr val="10B981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2"/>
          <p:cNvSpPr/>
          <p:nvPr/>
        </p:nvSpPr>
        <p:spPr>
          <a:xfrm>
            <a:off x="3566160" y="4343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⚖️  50 / 50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</a:rPr>
              <a:t>03 — 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 &amp; Solutions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83210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5179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Conflits Git lors des merges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847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parallèle sur les mêmes fichiers → conflits fréquents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0" cy="7315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57276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93792" y="15179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800600" y="1847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 de merge planifiées · Convention de branches feature/ · Revue de code croisée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11480" y="2606040"/>
            <a:ext cx="83210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  <a:effectLst>
            <a:outerShdw blurRad="1524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1576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26609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 SQL non partagé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29900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locale différente sur chaque machine → désynchronisation des schémas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663440" y="2743200"/>
            <a:ext cx="0" cy="73152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715768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193792" y="26609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4800600" y="2990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vers une BDD commune sur XAMPP partagé · Scripts SQL d'initialisation versionnés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960120" y="38039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00C9FF">
              <a:alpha val="12000"/>
            </a:srgbClr>
          </a:solidFill>
          <a:ln w="12700">
            <a:solidFill>
              <a:srgbClr val="00C9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0" y="73152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0" y="2011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votre attention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0"/>
            <a:ext cx="2743200" cy="0"/>
          </a:xfrm>
          <a:prstGeom prst="line">
            <a:avLst/>
          </a:prstGeom>
          <a:noFill/>
          <a:ln w="1905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Go Backend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40280" y="29718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24028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SQL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40480" y="29718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84048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HTML/CSS/JS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40680" y="29718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44068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Git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40880" y="297180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7040880" y="2971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Bonus 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0" y="4297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&amp; Louis  ·  Strasbourg Ynov Campus  ·  2025-2026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693</Words>
  <Application>Microsoft Office PowerPoint</Application>
  <PresentationFormat>Affichage à l'écran (16:9)</PresentationFormat>
  <Paragraphs>148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Forum Project — Soutenance</dc:title>
  <dc:subject>PptxGenJS Presentation</dc:subject>
  <dc:creator>PptxGenJS</dc:creator>
  <cp:lastModifiedBy>SCHOEPF Louis</cp:lastModifiedBy>
  <cp:revision>2</cp:revision>
  <dcterms:created xsi:type="dcterms:W3CDTF">2026-06-11T10:28:31Z</dcterms:created>
  <dcterms:modified xsi:type="dcterms:W3CDTF">2026-06-11T10:43:52Z</dcterms:modified>
</cp:coreProperties>
</file>