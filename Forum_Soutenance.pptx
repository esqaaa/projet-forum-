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7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binôme et du projet. Hugo prend la parole. Durée cible : 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transition rapide, 20 sec max. Louis présente le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présente la stack tech (30 sec). Louis présente le schéma d'architecture (30 sec). Expliquer le flux : navigateur → serveur Go → handlers →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 présente le routage (40 sec). Montrer comment les routes GET/POST structurent l'app. Souligner la cohérence REST-like.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démarre la démo en direct. Louis commente les fonctionnalités au fur et à mesure. Durée cible : 1 min 30. Naviguer vers localhost:8080.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 présente les bonus (30 sec). Insister sur l'effort supplémentaire fourni au-delà du cahier des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et Louis présentent chacun leurs contributions (30 sec chacun). Appuyer sur la coordination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 présente les difficultés (20 sec). Hugo présente les solutions (20 sec). Montrer la maturité et la capacité d'adaptation de l'équipe.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et Louis en chœur pour le 'merci'. Rester sur cette slide pour les questions. Durée totale visée : 5 minutes 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C9FF">
              <a:alpha val="12000"/>
            </a:srgbClr>
          </a:solidFill>
          <a:ln w="12700">
            <a:solidFill>
              <a:srgbClr val="00C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PROJET FORUM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forum — Golang · SQL · HTML/CSS/JS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886200"/>
            <a:ext cx="3657600" cy="0"/>
          </a:xfrm>
          <a:prstGeom prst="line">
            <a:avLst/>
          </a:prstGeom>
          <a:noFill/>
          <a:ln w="1905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3367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&amp; Louis  ·  Strasbourg Ynov Campus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8988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3504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589520" y="128016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898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35040" y="27432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85292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589520" y="274320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285292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9FF">
              <a:alpha val="10000"/>
            </a:srgbClr>
          </a:solidFill>
          <a:ln w="12700">
            <a:solidFill>
              <a:srgbClr val="00C9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00C9FF"/>
                </a:solidFill>
              </a:rPr>
              <a:t>SOMMAIRE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 w="19050">
            <a:solidFill>
              <a:srgbClr val="00C9FF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Technologies· Architecture · Routage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obligatoires · Bonus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5508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· Difficultés ·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FF"/>
                </a:solidFill>
              </a:rPr>
              <a:t>01 — STACK TECHNIQUE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367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63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BACKEND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(Golang)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3317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97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386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FRONTEND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15568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1480" y="31546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8269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209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BASE DE DONNÉES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1556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XAMPP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11480" y="39776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0565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032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VERSIONING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115568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760720" y="17373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576072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Navigateur (Client)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903720" y="2286000"/>
            <a:ext cx="0" cy="36576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6949440" y="2377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HTTP/8080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212080" y="265176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00C9FF">
              <a:alpha val="80000"/>
            </a:srgbClr>
          </a:solidFill>
          <a:ln w="1905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52120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⚙️  Serveur Go (net/http)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03720" y="3200400"/>
            <a:ext cx="0" cy="36576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5212080" y="356616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521208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📦  Handlers · Templates HTML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903720" y="4114800"/>
            <a:ext cx="0" cy="36576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5760720" y="4480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905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576072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🗄️  Base 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FF"/>
                </a:solidFill>
              </a:rPr>
              <a:t>01 —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de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" y="1545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773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— liste des posts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70432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441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816352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108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l'inscription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02920" y="359359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70432" y="35478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0432" y="3776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connexion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151376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2920" y="4261104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2920" y="42611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0432" y="42153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utilisateur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481328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846320" y="1591056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46320" y="15910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13832" y="1545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/post/{id}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13832" y="1773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d'un post + commentaires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148840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46320" y="22585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46320" y="2258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13832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/post/create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441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nouveau post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816352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46320" y="2926080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46320" y="29260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13832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/comment/add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08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commentaire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483864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846320" y="3593592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846320" y="3593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13832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/like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776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/ Dislike sur post ou commentaire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3AED"/>
                </a:solidFill>
              </a:rPr>
              <a:t>02 — DÉMONSTRATION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Obligatoires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· Connexion · Déconnexion · Sessions sécurisées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916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 Commentaires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9496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· Affichage · Réponses imbriquées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2606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346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/ Dislikes / Edit 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9728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Intéractions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topic · Compteurs dynamiques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09160" y="2606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83464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&amp; Catégories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9496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catégorie · Filtres utilisateur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1480" y="3749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97764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840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097280" y="4206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· Modérateur · Admin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709160" y="3749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7764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840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394960" y="4206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fluide sur desktop et mobile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</a:rPr>
              <a:t>02 — BONUS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Bonus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194560" cy="338328"/>
          </a:xfrm>
          <a:prstGeom prst="roundRect">
            <a:avLst>
              <a:gd name="adj" fmla="val 16216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✦ BONUS IMPLÉMENTÉS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9397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020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modération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2286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</a:t>
            </a: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Suppression / Modification messages ·  Actions admin en temps réel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724912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529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3000" y="3044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profil · Historique des posts et votes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" y="3483864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00C9FF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Text 12"/>
          <p:cNvSpPr/>
          <p:nvPr/>
        </p:nvSpPr>
        <p:spPr>
          <a:xfrm>
            <a:off x="1143000" y="3538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3000" y="38039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</a:t>
            </a: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d’images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forum · Photo de </a:t>
            </a: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4242816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708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enrichie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43000" y="45628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visuelles · </a:t>
            </a:r>
            <a:r>
              <a:rPr lang="en-US" sz="10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CSS</a:t>
            </a:r>
            <a:endParaRPr lang="en-US" sz="1000" dirty="0"/>
          </a:p>
        </p:txBody>
      </p:sp>
      <p:pic>
        <p:nvPicPr>
          <p:cNvPr id="24" name="Graphique 23" descr="Images avec un remplissage uni">
            <a:extLst>
              <a:ext uri="{FF2B5EF4-FFF2-40B4-BE49-F238E27FC236}">
                <a16:creationId xmlns:a16="http://schemas.microsoft.com/office/drawing/2014/main" id="{EFA99F2A-CC6C-FA34-DAF2-1FB2C37FB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240" y="3538728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03 — ORGANISATION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00C9FF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" y="2240280"/>
            <a:ext cx="3657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94360" y="2074091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FT-3 :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topic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FT-4 : Consulter un topic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FT-5 : Poster un message dans un topic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FT-8 : Trier les message 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FT-10 :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topics par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FT-12 : Barre de recherche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FTB-2 :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gestion de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916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892040" y="2240280"/>
            <a:ext cx="3657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892040" y="2011681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 : Inscription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FT-2 :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FT-6 : Gestion des message et du topic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FT-7 : Likes &amp; Dislikes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FT-9 : Pagination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FT-11 : Dashboard Admin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FTB-1 : Gestion des images 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66160" y="434340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0D1117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566160" y="4343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⚖️  50 / 50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03 — RETOUR D'EXPÉRIENCE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Git lors des merges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847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parallèle sur les mêmes fichiers → conflits fréquents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0" cy="7315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7276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3792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00600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de merge planifiées · Convention de branches feature/ · Revue de code croisée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11480" y="2606040"/>
            <a:ext cx="8321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157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660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SQL non partagé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locale différente sur chaque machine → désynchronisation des schémas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2743200"/>
            <a:ext cx="0" cy="7315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157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800600" y="2990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une BDD commune sur XAMPP partagé · Scripts SQL d'initialisation versionnés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60120" y="3803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C9FF">
              <a:alpha val="12000"/>
            </a:srgbClr>
          </a:solidFill>
          <a:ln w="12700">
            <a:solidFill>
              <a:srgbClr val="00C9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905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Go 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29718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24028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29718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HTML/CSS/JS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29718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4068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Git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29718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04088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Bonus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&amp; Louis  ·  Strasbourg Ynov Campus  · 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689</Words>
  <Application>Microsoft Office PowerPoint</Application>
  <PresentationFormat>Affichage à l'écran (16:9)</PresentationFormat>
  <Paragraphs>148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Forum Project — Soutenance</dc:title>
  <dc:subject>PptxGenJS Presentation</dc:subject>
  <dc:creator>PptxGenJS</dc:creator>
  <cp:lastModifiedBy>SCHOEPF Louis</cp:lastModifiedBy>
  <cp:revision>3</cp:revision>
  <dcterms:created xsi:type="dcterms:W3CDTF">2026-06-11T10:28:31Z</dcterms:created>
  <dcterms:modified xsi:type="dcterms:W3CDTF">2026-06-12T11:30:35Z</dcterms:modified>
</cp:coreProperties>
</file>